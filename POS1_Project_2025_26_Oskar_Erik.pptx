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sldIdLst>
    <p:sldId id="256" r:id="rId5"/>
    <p:sldId id="257" r:id="rId6"/>
    <p:sldId id="271" r:id="rId7"/>
    <p:sldId id="270" r:id="rId8"/>
    <p:sldId id="261" r:id="rId9"/>
    <p:sldId id="260" r:id="rId10"/>
    <p:sldId id="263" r:id="rId11"/>
    <p:sldId id="262" r:id="rId12"/>
    <p:sldId id="264" r:id="rId13"/>
    <p:sldId id="272" r:id="rId14"/>
    <p:sldId id="268" r:id="rId15"/>
    <p:sldId id="269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7" d="100"/>
          <a:sy n="77" d="100"/>
        </p:scale>
        <p:origin x="1579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TitleS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739775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43973" y="1964267"/>
            <a:ext cx="5714228" cy="2421464"/>
          </a:xfrm>
        </p:spPr>
        <p:txBody>
          <a:bodyPr anchor="b">
            <a:normAutofit/>
          </a:bodyPr>
          <a:lstStyle>
            <a:lvl1pPr algn="r">
              <a:defRPr sz="4400">
                <a:effectLst/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43973" y="4385733"/>
            <a:ext cx="5714228" cy="1405467"/>
          </a:xfrm>
        </p:spPr>
        <p:txBody>
          <a:bodyPr anchor="t">
            <a:normAutofit/>
          </a:bodyPr>
          <a:lstStyle>
            <a:lvl1pPr marL="0" indent="0" algn="r">
              <a:buNone/>
              <a:defRPr sz="1800" cap="all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752311" y="5870576"/>
            <a:ext cx="1212173" cy="3778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743973" y="5870576"/>
            <a:ext cx="3932137" cy="3778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40685" y="5870576"/>
            <a:ext cx="417516" cy="377825"/>
          </a:xfrm>
        </p:spPr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422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S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56" y="0"/>
            <a:ext cx="91186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53676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S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56" y="0"/>
            <a:ext cx="91186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2" y="3308581"/>
            <a:ext cx="77724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1" y="4777381"/>
            <a:ext cx="777240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27409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Celestia-R1---OverlayContentS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56" y="0"/>
            <a:ext cx="91186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1" y="2142068"/>
            <a:ext cx="3813048" cy="3649134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16553" y="2142068"/>
            <a:ext cx="3813048" cy="3649133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45394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elestia-R1---OverlayContentS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56" y="0"/>
            <a:ext cx="91186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3480" y="2218267"/>
            <a:ext cx="354060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870201"/>
            <a:ext cx="3813048" cy="2920998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11120" y="2218267"/>
            <a:ext cx="351848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16552" y="2870201"/>
            <a:ext cx="3813048" cy="2920998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5671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S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56" y="0"/>
            <a:ext cx="91186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609601"/>
            <a:ext cx="7772400" cy="1456267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792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S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56" y="0"/>
            <a:ext cx="91186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37638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Celestia-R1---OverlayContentS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56" y="0"/>
            <a:ext cx="91186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1718" y="1557868"/>
            <a:ext cx="2862910" cy="1439332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6144" y="609601"/>
            <a:ext cx="4627975" cy="5181600"/>
          </a:xfrm>
        </p:spPr>
        <p:txBody>
          <a:bodyPr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61718" y="2997200"/>
            <a:ext cx="2862910" cy="184573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43404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S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56" y="0"/>
            <a:ext cx="91186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2128" y="1735672"/>
            <a:ext cx="4097204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29200" y="914400"/>
            <a:ext cx="3200400" cy="4572000"/>
          </a:xfrm>
          <a:prstGeom prst="roundRect">
            <a:avLst>
              <a:gd name="adj" fmla="val 42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1600" dirty="0"/>
            </a:lvl1pPr>
          </a:lstStyle>
          <a:p>
            <a:pPr marL="0" lvl="0" indent="0" algn="ctr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62128" y="3107272"/>
            <a:ext cx="4097204" cy="1828800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34652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Celestia-R1---OverlayContentS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56" y="0"/>
            <a:ext cx="91186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4732865"/>
            <a:ext cx="7772400" cy="566738"/>
          </a:xfrm>
        </p:spPr>
        <p:txBody>
          <a:bodyPr anchor="b">
            <a:normAutofit/>
          </a:bodyPr>
          <a:lstStyle>
            <a:lvl1pPr algn="l">
              <a:defRPr sz="20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4401" y="932112"/>
            <a:ext cx="6858000" cy="3164976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1600"/>
            </a:lvl1pPr>
          </a:lstStyle>
          <a:p>
            <a:pPr marL="0" lvl="0" indent="0" algn="ctr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5299603"/>
            <a:ext cx="77724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46415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S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56" y="0"/>
            <a:ext cx="91186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3" y="609602"/>
            <a:ext cx="7772399" cy="3124199"/>
          </a:xfrm>
        </p:spPr>
        <p:txBody>
          <a:bodyPr anchor="ctr">
            <a:normAutofit/>
          </a:bodyPr>
          <a:lstStyle>
            <a:lvl1pPr algn="l">
              <a:defRPr sz="32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2" y="4343400"/>
            <a:ext cx="7772399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0479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Celestia-R1---OverlayContentS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56" y="0"/>
            <a:ext cx="9118600" cy="6858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1796" y="718114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35800" y="2751671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9115" y="609602"/>
            <a:ext cx="7091297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988671" y="3352800"/>
            <a:ext cx="6876133" cy="381000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2266" y="4343400"/>
            <a:ext cx="77724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44776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S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56" y="0"/>
            <a:ext cx="91186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3291648"/>
            <a:ext cx="7772401" cy="1468800"/>
          </a:xfrm>
        </p:spPr>
        <p:txBody>
          <a:bodyPr anchor="b">
            <a:normAutofit/>
          </a:bodyPr>
          <a:lstStyle>
            <a:lvl1pPr algn="l">
              <a:defRPr sz="28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4760448"/>
            <a:ext cx="7772402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7704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 für 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elestia-R1---OverlayContentS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56" y="0"/>
            <a:ext cx="9118600" cy="6858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21796" y="718114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35800" y="2751671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9115" y="609602"/>
            <a:ext cx="7091297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457200" y="3886200"/>
            <a:ext cx="7772401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0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4775200"/>
            <a:ext cx="7772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375973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hr oder Fals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S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56" y="0"/>
            <a:ext cx="91186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4440" y="609602"/>
            <a:ext cx="7772401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2800" b="0" dirty="0"/>
            </a:lvl1pPr>
          </a:lstStyle>
          <a:p>
            <a:pPr marL="0" lvl="0"/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464440" y="3505200"/>
            <a:ext cx="7772401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0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4439" y="4343400"/>
            <a:ext cx="7772401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196051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S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56" y="0"/>
            <a:ext cx="9118600" cy="6858000"/>
          </a:xfrm>
          <a:prstGeom prst="rect">
            <a:avLst/>
          </a:prstGeom>
        </p:spPr>
      </p:pic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457200" y="609601"/>
            <a:ext cx="7772400" cy="1456267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1226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S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56" y="0"/>
            <a:ext cx="91186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52978" y="609600"/>
            <a:ext cx="1676621" cy="5181601"/>
          </a:xfrm>
        </p:spPr>
        <p:txBody>
          <a:bodyPr vert="eaVert">
            <a:normAutofit/>
          </a:bodyPr>
          <a:lstStyle>
            <a:lvl1pPr>
              <a:defRPr sz="28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609600"/>
            <a:ext cx="5990184" cy="5181600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7831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09601"/>
            <a:ext cx="7772400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2142068"/>
            <a:ext cx="7772400" cy="3649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523712" y="5870576"/>
            <a:ext cx="1212173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7200" y="5870576"/>
            <a:ext cx="5990311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12085" y="5870576"/>
            <a:ext cx="417516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221377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07/relationships/media" Target="../media/media3.mp4"/><Relationship Id="rId7" Type="http://schemas.openxmlformats.org/officeDocument/2006/relationships/image" Target="../media/image14.png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6" Type="http://schemas.openxmlformats.org/officeDocument/2006/relationships/image" Target="../media/image13.png"/><Relationship Id="rId5" Type="http://schemas.openxmlformats.org/officeDocument/2006/relationships/slideLayout" Target="../slideLayouts/slideLayout2.xml"/><Relationship Id="rId4" Type="http://schemas.openxmlformats.org/officeDocument/2006/relationships/video" Target="../media/media3.mp4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jobsanger.blogspot.com/2018/01/trump-administration-fails-to-protect.html" TargetMode="External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de-DE" sz="6000" dirty="0"/>
              <a:t>Crystal Knight</a:t>
            </a:r>
            <a:endParaRPr sz="6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5791201"/>
            <a:ext cx="7772400" cy="1566673"/>
          </a:xfrm>
        </p:spPr>
        <p:txBody>
          <a:bodyPr/>
          <a:lstStyle/>
          <a:p>
            <a:pPr marL="0" indent="0">
              <a:buNone/>
            </a:pPr>
            <a:r>
              <a:rPr dirty="0"/>
              <a:t>Oskar und Erik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0274BFCE-494C-4931-1F1F-9D5C81C06ABA}"/>
              </a:ext>
            </a:extLst>
          </p:cNvPr>
          <p:cNvSpPr txBox="1"/>
          <p:nvPr/>
        </p:nvSpPr>
        <p:spPr>
          <a:xfrm>
            <a:off x="1623060" y="2799629"/>
            <a:ext cx="5897880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800" dirty="0"/>
              <a:t>2D Plattformer in Unity</a:t>
            </a:r>
          </a:p>
          <a:p>
            <a:pPr algn="ctr"/>
            <a:r>
              <a:rPr lang="de-DE" sz="2800" dirty="0"/>
              <a:t> </a:t>
            </a:r>
            <a:r>
              <a:rPr lang="de-AT" sz="2800" dirty="0"/>
              <a:t>POS1 Project 2025/26 Oskar und Erik</a:t>
            </a:r>
            <a:endParaRPr lang="de-DE" sz="2800" dirty="0"/>
          </a:p>
          <a:p>
            <a:endParaRPr lang="de-DE" dirty="0"/>
          </a:p>
          <a:p>
            <a:endParaRPr lang="de-DE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Grundidee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4360" y="1604433"/>
            <a:ext cx="7772400" cy="4009983"/>
          </a:xfrm>
        </p:spPr>
        <p:txBody>
          <a:bodyPr/>
          <a:lstStyle/>
          <a:p>
            <a:r>
              <a:rPr dirty="0"/>
              <a:t>2D Platformer, simples </a:t>
            </a:r>
            <a:r>
              <a:rPr dirty="0" err="1"/>
              <a:t>Kampfsystem</a:t>
            </a:r>
            <a:r>
              <a:rPr dirty="0"/>
              <a:t>, </a:t>
            </a:r>
            <a:r>
              <a:rPr dirty="0" err="1"/>
              <a:t>pixelige</a:t>
            </a:r>
            <a:r>
              <a:rPr dirty="0"/>
              <a:t> </a:t>
            </a:r>
            <a:r>
              <a:rPr dirty="0" err="1"/>
              <a:t>Grafik</a:t>
            </a:r>
            <a:r>
              <a:rPr dirty="0"/>
              <a:t>, Story um </a:t>
            </a:r>
            <a:r>
              <a:rPr dirty="0" err="1"/>
              <a:t>einen</a:t>
            </a:r>
            <a:r>
              <a:rPr dirty="0"/>
              <a:t> </a:t>
            </a:r>
            <a:r>
              <a:rPr dirty="0" err="1"/>
              <a:t>bösen</a:t>
            </a:r>
            <a:r>
              <a:rPr dirty="0"/>
              <a:t> Magier </a:t>
            </a:r>
            <a:r>
              <a:rPr dirty="0" err="1"/>
              <a:t>i</a:t>
            </a:r>
            <a:r>
              <a:rPr lang="de-AT" dirty="0"/>
              <a:t>n der einer Cristal </a:t>
            </a:r>
            <a:r>
              <a:rPr lang="de-AT" dirty="0" err="1"/>
              <a:t>höchle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344BB7-403C-4460-DDE9-94AF1CF90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Spielwelt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9E3BCDA-7404-9BC4-6F5E-91C2C349BB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sz="1900" b="1" dirty="0" err="1"/>
              <a:t>Map</a:t>
            </a:r>
            <a:endParaRPr lang="de-DE" sz="1900" b="1" dirty="0"/>
          </a:p>
          <a:p>
            <a:pPr lvl="1"/>
            <a:r>
              <a:rPr lang="de-DE" dirty="0"/>
              <a:t>Tutorial </a:t>
            </a:r>
          </a:p>
          <a:p>
            <a:pPr lvl="1"/>
            <a:r>
              <a:rPr lang="de-DE" dirty="0"/>
              <a:t>Schloss </a:t>
            </a:r>
          </a:p>
          <a:p>
            <a:pPr lvl="1"/>
            <a:r>
              <a:rPr lang="de-DE" dirty="0"/>
              <a:t>Dungeon </a:t>
            </a:r>
          </a:p>
          <a:p>
            <a:pPr lvl="1"/>
            <a:r>
              <a:rPr lang="de-DE" dirty="0"/>
              <a:t>Höhle </a:t>
            </a:r>
          </a:p>
          <a:p>
            <a:r>
              <a:rPr lang="de-DE" sz="1900" b="1" dirty="0"/>
              <a:t>Features</a:t>
            </a:r>
          </a:p>
          <a:p>
            <a:pPr lvl="1"/>
            <a:r>
              <a:rPr lang="de-DE" dirty="0"/>
              <a:t>Checkpoints </a:t>
            </a:r>
          </a:p>
          <a:p>
            <a:pPr lvl="1"/>
            <a:r>
              <a:rPr lang="de-DE" dirty="0"/>
              <a:t>Weltkarte </a:t>
            </a:r>
          </a:p>
          <a:p>
            <a:pPr lvl="1"/>
            <a:r>
              <a:rPr lang="de-DE" dirty="0"/>
              <a:t>Shop </a:t>
            </a:r>
          </a:p>
          <a:p>
            <a:pPr lvl="1"/>
            <a:r>
              <a:rPr lang="de-DE" dirty="0"/>
              <a:t>NPCs</a:t>
            </a:r>
          </a:p>
          <a:p>
            <a:pPr marL="0" indent="0">
              <a:buNone/>
            </a:pP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677EA98-7F14-1B7E-8234-AE80E0DC20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3741" y="880494"/>
            <a:ext cx="5791702" cy="914479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C0AAFC1A-2F56-4B05-8CF4-98350119A9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4338" y="3676489"/>
            <a:ext cx="5570508" cy="2495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61660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D2181D-ABEF-A89A-B0BF-52E3A3668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C9F8B3-E27C-ADBB-0007-85CB6C9D0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Must</a:t>
            </a:r>
            <a:r>
              <a:rPr lang="de-DE" dirty="0"/>
              <a:t> Haves</a:t>
            </a:r>
            <a:endParaRPr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11C90F64-A1B6-8648-748A-8EBE190FA6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57784" y="1892808"/>
            <a:ext cx="7671816" cy="3898391"/>
          </a:xfrm>
        </p:spPr>
        <p:txBody>
          <a:bodyPr>
            <a:normAutofit/>
          </a:bodyPr>
          <a:lstStyle/>
          <a:p>
            <a:r>
              <a:rPr lang="de-AT" dirty="0"/>
              <a:t>Spieler (Movement, </a:t>
            </a:r>
            <a:r>
              <a:rPr lang="de-AT" dirty="0" err="1"/>
              <a:t>Combatsystem</a:t>
            </a:r>
            <a:r>
              <a:rPr lang="de-AT" dirty="0"/>
              <a:t>, Inventar, </a:t>
            </a:r>
            <a:r>
              <a:rPr lang="de-AT" dirty="0" err="1"/>
              <a:t>Map</a:t>
            </a:r>
            <a:r>
              <a:rPr lang="de-AT" dirty="0"/>
              <a:t> usw.)</a:t>
            </a:r>
          </a:p>
          <a:p>
            <a:r>
              <a:rPr lang="de-AT" dirty="0"/>
              <a:t>Gegner</a:t>
            </a:r>
          </a:p>
          <a:p>
            <a:r>
              <a:rPr lang="de-AT" dirty="0" err="1"/>
              <a:t>Miniboss</a:t>
            </a:r>
            <a:endParaRPr lang="de-AT" dirty="0"/>
          </a:p>
          <a:p>
            <a:r>
              <a:rPr lang="de-AT" dirty="0"/>
              <a:t>Boss</a:t>
            </a:r>
          </a:p>
          <a:p>
            <a:r>
              <a:rPr lang="de-AT" dirty="0"/>
              <a:t>Assets</a:t>
            </a:r>
          </a:p>
          <a:p>
            <a:r>
              <a:rPr lang="de-AT" dirty="0" err="1"/>
              <a:t>Map</a:t>
            </a:r>
            <a:endParaRPr lang="de-AT" dirty="0"/>
          </a:p>
          <a:p>
            <a:r>
              <a:rPr lang="de-AT" dirty="0"/>
              <a:t>Items</a:t>
            </a: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541289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Nice-</a:t>
            </a:r>
            <a:r>
              <a:rPr lang="de-DE" dirty="0" err="1"/>
              <a:t>To</a:t>
            </a:r>
            <a:r>
              <a:rPr lang="de-DE" dirty="0"/>
              <a:t>-Haves</a:t>
            </a:r>
            <a:endParaRPr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7B74D33A-FD48-26BB-44D0-ECEDB0F1992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57784" y="1892808"/>
            <a:ext cx="7671816" cy="3898391"/>
          </a:xfrm>
        </p:spPr>
        <p:txBody>
          <a:bodyPr>
            <a:normAutofit/>
          </a:bodyPr>
          <a:lstStyle/>
          <a:p>
            <a:pPr lvl="0"/>
            <a:r>
              <a:rPr lang="de-AT" dirty="0"/>
              <a:t>Sounddesign </a:t>
            </a:r>
            <a:endParaRPr lang="de-DE" dirty="0"/>
          </a:p>
          <a:p>
            <a:pPr lvl="0"/>
            <a:r>
              <a:rPr lang="de-AT" dirty="0"/>
              <a:t>Settings</a:t>
            </a:r>
            <a:endParaRPr lang="de-DE" dirty="0"/>
          </a:p>
          <a:p>
            <a:pPr lvl="0"/>
            <a:r>
              <a:rPr lang="de-AT" dirty="0"/>
              <a:t>Assets selbst überarbeiten bzw. erstellen</a:t>
            </a: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6E96C1A-2C24-33E6-AC2D-E60ABAF15B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" y="3706244"/>
            <a:ext cx="4740051" cy="286536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Movement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Springen mit Space</a:t>
            </a:r>
          </a:p>
          <a:p>
            <a:r>
              <a:rPr lang="de-AT" dirty="0" err="1"/>
              <a:t>Walljump</a:t>
            </a:r>
            <a:r>
              <a:rPr lang="de-AT" dirty="0"/>
              <a:t> (Nach kurzem </a:t>
            </a:r>
            <a:r>
              <a:rPr lang="de-AT" dirty="0" err="1"/>
              <a:t>Zeitdelay</a:t>
            </a:r>
            <a:r>
              <a:rPr lang="de-AT" dirty="0"/>
              <a:t> rutscht man ab)</a:t>
            </a:r>
            <a:endParaRPr lang="de-DE" dirty="0"/>
          </a:p>
          <a:p>
            <a:r>
              <a:rPr lang="de-AT" dirty="0"/>
              <a:t>Mit A-Key nach links bewegen</a:t>
            </a:r>
            <a:endParaRPr lang="de-DE" dirty="0"/>
          </a:p>
          <a:p>
            <a:r>
              <a:rPr lang="de-AT" dirty="0"/>
              <a:t>Mit D-Key nach rechts bewegen</a:t>
            </a:r>
            <a:endParaRPr lang="de-DE" dirty="0"/>
          </a:p>
          <a:p>
            <a:r>
              <a:rPr lang="de-AT" dirty="0"/>
              <a:t>Mit S-Key </a:t>
            </a:r>
            <a:r>
              <a:rPr lang="de-AT" dirty="0" err="1"/>
              <a:t>crouchen</a:t>
            </a:r>
            <a:endParaRPr lang="de-DE" dirty="0"/>
          </a:p>
          <a:p>
            <a:endParaRPr lang="de-DE" dirty="0"/>
          </a:p>
          <a:p>
            <a:endParaRPr lang="de-DE" dirty="0"/>
          </a:p>
        </p:txBody>
      </p:sp>
      <p:pic>
        <p:nvPicPr>
          <p:cNvPr id="4" name="20260623-0807-04.8769620">
            <a:hlinkClick r:id="" action="ppaction://media"/>
            <a:extLst>
              <a:ext uri="{FF2B5EF4-FFF2-40B4-BE49-F238E27FC236}">
                <a16:creationId xmlns:a16="http://schemas.microsoft.com/office/drawing/2014/main" id="{93DEF8B1-657C-BA7C-C82E-3EEFCCD429CC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298825" y="4286377"/>
            <a:ext cx="5525135" cy="237725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562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Assets &amp; </a:t>
            </a:r>
            <a:r>
              <a:rPr dirty="0" err="1"/>
              <a:t>Animationen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Gratis-Assets</a:t>
            </a:r>
            <a:r>
              <a:rPr lang="de-DE" dirty="0"/>
              <a:t> vom Unity </a:t>
            </a:r>
            <a:r>
              <a:rPr lang="de-DE" dirty="0" err="1"/>
              <a:t>store</a:t>
            </a:r>
            <a:r>
              <a:rPr dirty="0"/>
              <a:t>, </a:t>
            </a:r>
            <a:r>
              <a:rPr dirty="0" err="1"/>
              <a:t>eigene</a:t>
            </a:r>
            <a:r>
              <a:rPr dirty="0"/>
              <a:t> Assets, KI-</a:t>
            </a:r>
            <a:r>
              <a:rPr dirty="0" err="1"/>
              <a:t>Unterstützung</a:t>
            </a:r>
            <a:r>
              <a:rPr dirty="0"/>
              <a:t>, </a:t>
            </a:r>
            <a:endParaRPr lang="de-DE" dirty="0"/>
          </a:p>
          <a:p>
            <a:r>
              <a:rPr dirty="0" err="1"/>
              <a:t>Animationen</a:t>
            </a:r>
            <a:r>
              <a:rPr dirty="0"/>
              <a:t> für Spieler, Gegner</a:t>
            </a:r>
            <a:r>
              <a:rPr lang="de-AT" dirty="0"/>
              <a:t>, </a:t>
            </a:r>
            <a:r>
              <a:rPr lang="de-AT" dirty="0" err="1"/>
              <a:t>Miniboss</a:t>
            </a:r>
            <a:r>
              <a:rPr dirty="0"/>
              <a:t> und NPCs.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00EA17F-5F40-96F0-62E4-1EC3B1864B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8856" y="3800008"/>
            <a:ext cx="2295144" cy="2295144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EEE84949-1920-C3BD-AD1D-5ADBF33065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762848"/>
            <a:ext cx="2606040" cy="260604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FF6CF80B-46FD-9D2D-C314-142533123B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4375" y="4381500"/>
            <a:ext cx="3759201" cy="281940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9431" y="808055"/>
            <a:ext cx="2984404" cy="1453363"/>
          </a:xfrm>
        </p:spPr>
        <p:txBody>
          <a:bodyPr>
            <a:normAutofit/>
          </a:bodyPr>
          <a:lstStyle/>
          <a:p>
            <a:r>
              <a:rPr lang="de-DE" dirty="0" err="1"/>
              <a:t>Constribution</a:t>
            </a:r>
            <a:r>
              <a:rPr lang="de-DE" dirty="0"/>
              <a:t> 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1633" y="2261421"/>
            <a:ext cx="3002202" cy="2850076"/>
          </a:xfrm>
        </p:spPr>
        <p:txBody>
          <a:bodyPr>
            <a:normAutofit/>
          </a:bodyPr>
          <a:lstStyle/>
          <a:p>
            <a:r>
              <a:rPr lang="de-DE" dirty="0"/>
              <a:t>Oskar: 40 commits </a:t>
            </a:r>
          </a:p>
          <a:p>
            <a:r>
              <a:rPr lang="de-DE" dirty="0"/>
              <a:t>Erik: 39 </a:t>
            </a:r>
            <a:r>
              <a:rPr lang="de-DE" dirty="0" err="1"/>
              <a:t>commits</a:t>
            </a:r>
            <a:endParaRPr lang="de-DE" dirty="0"/>
          </a:p>
          <a:p>
            <a:r>
              <a:rPr lang="de-DE" dirty="0"/>
              <a:t>146 </a:t>
            </a:r>
            <a:r>
              <a:rPr lang="de-DE" dirty="0" err="1"/>
              <a:t>Commits</a:t>
            </a:r>
            <a:r>
              <a:rPr lang="de-DE" dirty="0"/>
              <a:t> mit Merges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A77DAF1-3596-8B44-9FCD-6757BC1C4C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0341" y="958335"/>
            <a:ext cx="4488571" cy="399771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/>
              <a:t>Stolpersteine </a:t>
            </a:r>
            <a:endParaRPr lang="de-D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142069"/>
            <a:ext cx="7772400" cy="1606972"/>
          </a:xfrm>
        </p:spPr>
        <p:txBody>
          <a:bodyPr/>
          <a:lstStyle/>
          <a:p>
            <a:r>
              <a:rPr lang="de-DE" dirty="0"/>
              <a:t>Animationen</a:t>
            </a:r>
            <a:r>
              <a:rPr lang="de-DE" b="1" dirty="0"/>
              <a:t> </a:t>
            </a:r>
            <a:r>
              <a:rPr lang="de-AT" dirty="0"/>
              <a:t>funktionierten manchmal nicht</a:t>
            </a:r>
          </a:p>
          <a:p>
            <a:r>
              <a:rPr lang="de-DE" dirty="0"/>
              <a:t>NPC-Dialog wurde überall aufgerufen</a:t>
            </a:r>
          </a:p>
          <a:p>
            <a:r>
              <a:rPr lang="de-DE" dirty="0"/>
              <a:t>Wegen einer Korrupten File wurden 2 Tage Arbeit verloren</a:t>
            </a:r>
          </a:p>
          <a:p>
            <a:endParaRPr dirty="0"/>
          </a:p>
        </p:txBody>
      </p:sp>
      <p:pic>
        <p:nvPicPr>
          <p:cNvPr id="4" name="Bildschirmaufnahme 2026-05-17 110905">
            <a:hlinkClick r:id="" action="ppaction://media"/>
            <a:extLst>
              <a:ext uri="{FF2B5EF4-FFF2-40B4-BE49-F238E27FC236}">
                <a16:creationId xmlns:a16="http://schemas.microsoft.com/office/drawing/2014/main" id="{2F852A24-92F1-B208-D762-E3EB9F501361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5374513" y="738505"/>
            <a:ext cx="3627438" cy="1584325"/>
          </a:xfrm>
          <a:prstGeom prst="rect">
            <a:avLst/>
          </a:prstGeom>
        </p:spPr>
      </p:pic>
      <p:pic>
        <p:nvPicPr>
          <p:cNvPr id="5" name="Bildschirmaufnahme 2026-05-21 183130">
            <a:hlinkClick r:id="" action="ppaction://media"/>
            <a:extLst>
              <a:ext uri="{FF2B5EF4-FFF2-40B4-BE49-F238E27FC236}">
                <a16:creationId xmlns:a16="http://schemas.microsoft.com/office/drawing/2014/main" id="{82A74989-E96F-FE17-05F5-D0740BFF0ABB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4012057" y="4280956"/>
            <a:ext cx="4667202" cy="196744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802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5802"/>
                            </p:stCondLst>
                            <p:childTnLst>
                              <p:par>
                                <p:cTn id="8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9" dur="18538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0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5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video>
              <p:cMediaNode vol="80000">
                <p:cTn id="16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17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1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9CE836-BC3B-91F0-69BF-D67D57E798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Extra zeit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BB51AED-0062-C7C3-49D6-FB15619913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zweiter Shop</a:t>
            </a:r>
          </a:p>
          <a:p>
            <a:r>
              <a:rPr lang="de-AT" dirty="0"/>
              <a:t>2-3 Weitere Bosse</a:t>
            </a:r>
            <a:endParaRPr lang="de-DE" dirty="0"/>
          </a:p>
          <a:p>
            <a:r>
              <a:rPr lang="de-AT" dirty="0"/>
              <a:t>2 weiter Areas</a:t>
            </a:r>
            <a:endParaRPr lang="de-DE" dirty="0"/>
          </a:p>
          <a:p>
            <a:pPr lvl="1"/>
            <a:r>
              <a:rPr lang="de-AT" dirty="0"/>
              <a:t>Void/Limbo</a:t>
            </a:r>
            <a:endParaRPr lang="de-DE" dirty="0"/>
          </a:p>
          <a:p>
            <a:pPr lvl="1"/>
            <a:r>
              <a:rPr lang="de-AT" dirty="0"/>
              <a:t>Vulkan</a:t>
            </a:r>
            <a:endParaRPr lang="de-DE" dirty="0"/>
          </a:p>
          <a:p>
            <a:r>
              <a:rPr lang="de-AT" dirty="0"/>
              <a:t>Mehrere Enden</a:t>
            </a:r>
            <a:endParaRPr lang="de-DE" dirty="0"/>
          </a:p>
          <a:p>
            <a:pPr lvl="1"/>
            <a:r>
              <a:rPr lang="de-AT" dirty="0"/>
              <a:t>König besiegen?</a:t>
            </a:r>
            <a:endParaRPr lang="de-DE" dirty="0"/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166D302-51EF-37FA-7623-E0A00BC60C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4796309" y="2417400"/>
            <a:ext cx="2743245" cy="2739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7469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0"/>
            <a:ext cx="9144000" cy="685800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de-DE" sz="7200" dirty="0"/>
              <a:t>Live Demo</a:t>
            </a:r>
            <a:endParaRPr sz="7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739CB-92D1-476D-7172-DA9BE5C81D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EE61B1-C7FE-32E6-F512-E44A93FD7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95144" y="2510102"/>
            <a:ext cx="7772400" cy="1456267"/>
          </a:xfrm>
        </p:spPr>
        <p:txBody>
          <a:bodyPr>
            <a:normAutofit/>
          </a:bodyPr>
          <a:lstStyle/>
          <a:p>
            <a:r>
              <a:rPr lang="de-DE" sz="4000" dirty="0"/>
              <a:t>Danke fürs zuhören</a:t>
            </a:r>
            <a:endParaRPr sz="4000" dirty="0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8C8806F1-55E8-6541-C1BA-226DB8F863D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2141538"/>
            <a:ext cx="3649662" cy="3649662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E2100064-DA8F-33E9-1EDE-B9AADDB2C4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830824" y="2141538"/>
            <a:ext cx="3810000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252171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Himmel">
  <a:themeElements>
    <a:clrScheme name="Himmel">
      <a:dk1>
        <a:sysClr val="windowText" lastClr="000000"/>
      </a:dk1>
      <a:lt1>
        <a:sysClr val="window" lastClr="FFFFFF"/>
      </a:lt1>
      <a:dk2>
        <a:srgbClr val="18276C"/>
      </a:dk2>
      <a:lt2>
        <a:srgbClr val="EBEBEB"/>
      </a:lt2>
      <a:accent1>
        <a:srgbClr val="AC3EC1"/>
      </a:accent1>
      <a:accent2>
        <a:srgbClr val="477BD1"/>
      </a:accent2>
      <a:accent3>
        <a:srgbClr val="46B298"/>
      </a:accent3>
      <a:accent4>
        <a:srgbClr val="90BA4C"/>
      </a:accent4>
      <a:accent5>
        <a:srgbClr val="DD9D31"/>
      </a:accent5>
      <a:accent6>
        <a:srgbClr val="E25247"/>
      </a:accent6>
      <a:hlink>
        <a:srgbClr val="C573D2"/>
      </a:hlink>
      <a:folHlink>
        <a:srgbClr val="CCAEE8"/>
      </a:folHlink>
    </a:clrScheme>
    <a:fontScheme name="Himmel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Himmel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elestial" id="{C4BB2A3D-0E93-4C5F-B0D2-9D3FCE089CC5}" vid="{42E5908D-19A2-46FD-89FA-638B126129EF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cb00b820-fb9f-435b-9478-446001cf68d1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308C0D3B214ACB409B30D8276A41F059" ma:contentTypeVersion="11" ma:contentTypeDescription="Ein neues Dokument erstellen." ma:contentTypeScope="" ma:versionID="ae56c2a703de360e8802b5aaf7623746">
  <xsd:schema xmlns:xsd="http://www.w3.org/2001/XMLSchema" xmlns:xs="http://www.w3.org/2001/XMLSchema" xmlns:p="http://schemas.microsoft.com/office/2006/metadata/properties" xmlns:ns3="cb00b820-fb9f-435b-9478-446001cf68d1" targetNamespace="http://schemas.microsoft.com/office/2006/metadata/properties" ma:root="true" ma:fieldsID="43b285240d24f0885858b8a2b9e41db3" ns3:_="">
    <xsd:import namespace="cb00b820-fb9f-435b-9478-446001cf68d1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b00b820-fb9f-435b-9478-446001cf68d1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0FAD2AC-6E3D-4201-804C-9D369D95996C}">
  <ds:schemaRefs>
    <ds:schemaRef ds:uri="http://schemas.microsoft.com/office/infopath/2007/PartnerControls"/>
    <ds:schemaRef ds:uri="http://www.w3.org/XML/1998/namespace"/>
    <ds:schemaRef ds:uri="http://schemas.openxmlformats.org/package/2006/metadata/core-properties"/>
    <ds:schemaRef ds:uri="http://schemas.microsoft.com/office/2006/metadata/properties"/>
    <ds:schemaRef ds:uri="http://purl.org/dc/terms/"/>
    <ds:schemaRef ds:uri="http://schemas.microsoft.com/office/2006/documentManagement/types"/>
    <ds:schemaRef ds:uri="cb00b820-fb9f-435b-9478-446001cf68d1"/>
    <ds:schemaRef ds:uri="http://purl.org/dc/dcmitype/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E77B8686-AE9B-42DF-9AD5-CA010486429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20D76C1-2916-4E19-9E13-4D3C29CFE1C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b00b820-fb9f-435b-9478-446001cf68d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Himmel</Template>
  <TotalTime>0</TotalTime>
  <Words>181</Words>
  <Application>Microsoft Office PowerPoint</Application>
  <PresentationFormat>Bildschirmpräsentation (4:3)</PresentationFormat>
  <Paragraphs>56</Paragraphs>
  <Slides>12</Slides>
  <Notes>0</Notes>
  <HiddenSlides>0</HiddenSlides>
  <MMClips>3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Himmel</vt:lpstr>
      <vt:lpstr>Crystal Knight</vt:lpstr>
      <vt:lpstr>Grundidee</vt:lpstr>
      <vt:lpstr>Spielwelt</vt:lpstr>
      <vt:lpstr>Must Haves</vt:lpstr>
      <vt:lpstr>Nice-To-Haves</vt:lpstr>
      <vt:lpstr>Movement</vt:lpstr>
      <vt:lpstr>Assets &amp; Animationen</vt:lpstr>
      <vt:lpstr>Constribution </vt:lpstr>
      <vt:lpstr>Stolpersteine </vt:lpstr>
      <vt:lpstr>Extra zeit</vt:lpstr>
      <vt:lpstr>PowerPoint-Präsentation</vt:lpstr>
      <vt:lpstr>Danke fürs zuhören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Oskar Blaser</cp:lastModifiedBy>
  <cp:revision>13</cp:revision>
  <dcterms:created xsi:type="dcterms:W3CDTF">2013-01-27T09:14:16Z</dcterms:created>
  <dcterms:modified xsi:type="dcterms:W3CDTF">2026-06-23T08:51:58Z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0x010100308C0D3B214ACB409B30D8276A41F059</vt:lpwstr>
  </property>
</Properties>
</file>