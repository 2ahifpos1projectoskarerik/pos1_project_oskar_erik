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1" r:id="rId4"/>
    <p:sldId id="270" r:id="rId5"/>
    <p:sldId id="261" r:id="rId6"/>
    <p:sldId id="260" r:id="rId7"/>
    <p:sldId id="263" r:id="rId8"/>
    <p:sldId id="262" r:id="rId9"/>
    <p:sldId id="264" r:id="rId10"/>
    <p:sldId id="272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36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40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39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6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92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6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340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6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641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479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477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7704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597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60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22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8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137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media" Target="../media/media3.mp4"/><Relationship Id="rId7" Type="http://schemas.openxmlformats.org/officeDocument/2006/relationships/image" Target="../media/image14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3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3.mp4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jobsanger.blogspot.com/2018/01/trump-administration-fails-to-protect.html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de-DE" sz="6000" dirty="0"/>
              <a:t>Crystal Knight</a:t>
            </a:r>
            <a:endParaRPr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91201"/>
            <a:ext cx="7772400" cy="156667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Oskar und Erik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274BFCE-494C-4931-1F1F-9D5C81C06ABA}"/>
              </a:ext>
            </a:extLst>
          </p:cNvPr>
          <p:cNvSpPr txBox="1"/>
          <p:nvPr/>
        </p:nvSpPr>
        <p:spPr>
          <a:xfrm>
            <a:off x="1623060" y="2799629"/>
            <a:ext cx="589788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/>
              <a:t>2D Plattformer in Unity</a:t>
            </a:r>
          </a:p>
          <a:p>
            <a:pPr algn="ctr"/>
            <a:r>
              <a:rPr lang="de-DE" sz="2800" dirty="0"/>
              <a:t> </a:t>
            </a:r>
            <a:r>
              <a:rPr lang="de-AT" sz="2800" dirty="0"/>
              <a:t>POS1 Project 2025/26 Oskar und Erik</a:t>
            </a:r>
            <a:endParaRPr lang="de-DE" sz="2800" dirty="0"/>
          </a:p>
          <a:p>
            <a:endParaRPr lang="de-DE" dirty="0"/>
          </a:p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Grundidee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1604433"/>
            <a:ext cx="7772400" cy="4009983"/>
          </a:xfrm>
        </p:spPr>
        <p:txBody>
          <a:bodyPr/>
          <a:lstStyle/>
          <a:p>
            <a:r>
              <a:rPr dirty="0"/>
              <a:t>2D Platformer, simples </a:t>
            </a:r>
            <a:r>
              <a:rPr dirty="0" err="1"/>
              <a:t>Kampfsystem</a:t>
            </a:r>
            <a:r>
              <a:rPr dirty="0"/>
              <a:t>, </a:t>
            </a:r>
            <a:r>
              <a:rPr dirty="0" err="1"/>
              <a:t>pixelige</a:t>
            </a:r>
            <a:r>
              <a:rPr dirty="0"/>
              <a:t> </a:t>
            </a:r>
            <a:r>
              <a:rPr dirty="0" err="1"/>
              <a:t>Grafik</a:t>
            </a:r>
            <a:r>
              <a:rPr dirty="0"/>
              <a:t>, Story um </a:t>
            </a:r>
            <a:r>
              <a:rPr dirty="0" err="1"/>
              <a:t>einen</a:t>
            </a:r>
            <a:r>
              <a:rPr dirty="0"/>
              <a:t> </a:t>
            </a:r>
            <a:r>
              <a:rPr dirty="0" err="1"/>
              <a:t>bösen</a:t>
            </a:r>
            <a:r>
              <a:rPr dirty="0"/>
              <a:t> Magier </a:t>
            </a:r>
            <a:r>
              <a:rPr dirty="0" err="1"/>
              <a:t>i</a:t>
            </a:r>
            <a:r>
              <a:rPr lang="de-AT" dirty="0"/>
              <a:t>n der einer Cristal </a:t>
            </a:r>
            <a:r>
              <a:rPr lang="de-AT" dirty="0" err="1"/>
              <a:t>höchle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344BB7-403C-4460-DDE9-94AF1CF9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Spielwelt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E3BCDA-7404-9BC4-6F5E-91C2C349B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sz="1900" b="1" dirty="0" err="1"/>
              <a:t>Map</a:t>
            </a:r>
            <a:endParaRPr lang="de-DE" sz="1900" b="1" dirty="0"/>
          </a:p>
          <a:p>
            <a:pPr lvl="1"/>
            <a:r>
              <a:rPr lang="de-DE" dirty="0"/>
              <a:t>Tutorial </a:t>
            </a:r>
          </a:p>
          <a:p>
            <a:pPr lvl="1"/>
            <a:r>
              <a:rPr lang="de-DE" dirty="0"/>
              <a:t>Schloss </a:t>
            </a:r>
          </a:p>
          <a:p>
            <a:pPr lvl="1"/>
            <a:r>
              <a:rPr lang="de-DE" dirty="0"/>
              <a:t>Dungeon </a:t>
            </a:r>
          </a:p>
          <a:p>
            <a:pPr lvl="1"/>
            <a:r>
              <a:rPr lang="de-DE" dirty="0"/>
              <a:t>Höhle </a:t>
            </a:r>
          </a:p>
          <a:p>
            <a:r>
              <a:rPr lang="de-DE" sz="1900" b="1" dirty="0"/>
              <a:t>Features</a:t>
            </a:r>
          </a:p>
          <a:p>
            <a:pPr lvl="1"/>
            <a:r>
              <a:rPr lang="de-DE" dirty="0"/>
              <a:t>Checkpoints </a:t>
            </a:r>
          </a:p>
          <a:p>
            <a:pPr lvl="1"/>
            <a:r>
              <a:rPr lang="de-DE" dirty="0"/>
              <a:t>Weltkarte </a:t>
            </a:r>
          </a:p>
          <a:p>
            <a:pPr lvl="1"/>
            <a:r>
              <a:rPr lang="de-DE" dirty="0"/>
              <a:t>Shop </a:t>
            </a:r>
          </a:p>
          <a:p>
            <a:pPr lvl="1"/>
            <a:r>
              <a:rPr lang="de-DE" dirty="0"/>
              <a:t>NPCs</a:t>
            </a:r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D677EA98-7F14-1B7E-8234-AE80E0DC2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741" y="880494"/>
            <a:ext cx="5791702" cy="91447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0AAFC1A-2F56-4B05-8CF4-98350119A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338" y="3676489"/>
            <a:ext cx="5570508" cy="249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66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2181D-ABEF-A89A-B0BF-52E3A366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9F8B3-E27C-ADBB-0007-85CB6C9D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Must</a:t>
            </a:r>
            <a:r>
              <a:rPr lang="de-DE" dirty="0"/>
              <a:t> Haves</a:t>
            </a:r>
            <a:endParaRPr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1C90F64-A1B6-8648-748A-8EBE190FA6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7784" y="1892808"/>
            <a:ext cx="7671816" cy="3898391"/>
          </a:xfrm>
        </p:spPr>
        <p:txBody>
          <a:bodyPr>
            <a:normAutofit/>
          </a:bodyPr>
          <a:lstStyle/>
          <a:p>
            <a:r>
              <a:rPr lang="de-AT" dirty="0"/>
              <a:t>Spieler (Movement, </a:t>
            </a:r>
            <a:r>
              <a:rPr lang="de-AT" dirty="0" err="1"/>
              <a:t>Combatsystem</a:t>
            </a:r>
            <a:r>
              <a:rPr lang="de-AT" dirty="0"/>
              <a:t>, Inventar, </a:t>
            </a:r>
            <a:r>
              <a:rPr lang="de-AT" dirty="0" err="1"/>
              <a:t>Map</a:t>
            </a:r>
            <a:r>
              <a:rPr lang="de-AT" dirty="0"/>
              <a:t> usw.)</a:t>
            </a:r>
          </a:p>
          <a:p>
            <a:r>
              <a:rPr lang="de-AT" dirty="0"/>
              <a:t>Gegner</a:t>
            </a:r>
          </a:p>
          <a:p>
            <a:r>
              <a:rPr lang="de-AT" dirty="0" err="1"/>
              <a:t>Miniboss</a:t>
            </a:r>
            <a:endParaRPr lang="de-AT" dirty="0"/>
          </a:p>
          <a:p>
            <a:r>
              <a:rPr lang="de-AT" dirty="0"/>
              <a:t>Boss</a:t>
            </a:r>
          </a:p>
          <a:p>
            <a:r>
              <a:rPr lang="de-AT" dirty="0"/>
              <a:t>Assets</a:t>
            </a:r>
          </a:p>
          <a:p>
            <a:r>
              <a:rPr lang="de-AT" dirty="0" err="1"/>
              <a:t>Map</a:t>
            </a:r>
            <a:endParaRPr lang="de-AT" dirty="0"/>
          </a:p>
          <a:p>
            <a:r>
              <a:rPr lang="de-AT" dirty="0"/>
              <a:t>Items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4128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Nice Haves</a:t>
            </a:r>
            <a:endParaRPr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B74D33A-FD48-26BB-44D0-ECEDB0F199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7784" y="1892808"/>
            <a:ext cx="7671816" cy="3898391"/>
          </a:xfrm>
        </p:spPr>
        <p:txBody>
          <a:bodyPr>
            <a:normAutofit/>
          </a:bodyPr>
          <a:lstStyle/>
          <a:p>
            <a:pPr lvl="0"/>
            <a:r>
              <a:rPr lang="de-AT" dirty="0"/>
              <a:t>Sounddesign </a:t>
            </a:r>
            <a:endParaRPr lang="de-DE" dirty="0"/>
          </a:p>
          <a:p>
            <a:pPr lvl="0"/>
            <a:r>
              <a:rPr lang="de-AT" dirty="0"/>
              <a:t>Settings</a:t>
            </a:r>
            <a:endParaRPr lang="de-DE" dirty="0"/>
          </a:p>
          <a:p>
            <a:pPr lvl="0"/>
            <a:r>
              <a:rPr lang="de-AT" dirty="0"/>
              <a:t>Assets selbst überarbeiten bzw. erstellen</a:t>
            </a: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6E96C1A-2C24-33E6-AC2D-E60ABAF15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706244"/>
            <a:ext cx="4740051" cy="2865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Movement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Springen mit Space</a:t>
            </a:r>
          </a:p>
          <a:p>
            <a:r>
              <a:rPr lang="de-AT" dirty="0" err="1"/>
              <a:t>Walljump</a:t>
            </a:r>
            <a:r>
              <a:rPr lang="de-AT" dirty="0"/>
              <a:t> (Nach kurzem </a:t>
            </a:r>
            <a:r>
              <a:rPr lang="de-AT" dirty="0" err="1"/>
              <a:t>Zeitdelay</a:t>
            </a:r>
            <a:r>
              <a:rPr lang="de-AT" dirty="0"/>
              <a:t> rutscht man ab)</a:t>
            </a:r>
            <a:endParaRPr lang="de-DE" dirty="0"/>
          </a:p>
          <a:p>
            <a:r>
              <a:rPr lang="de-AT" dirty="0"/>
              <a:t>Mit A-Key nach links bewegen</a:t>
            </a:r>
            <a:endParaRPr lang="de-DE" dirty="0"/>
          </a:p>
          <a:p>
            <a:r>
              <a:rPr lang="de-AT" dirty="0"/>
              <a:t>Mit D-Key nach rechts bewegen</a:t>
            </a:r>
            <a:endParaRPr lang="de-DE" dirty="0"/>
          </a:p>
          <a:p>
            <a:r>
              <a:rPr lang="de-AT" dirty="0"/>
              <a:t>Mit S-Key </a:t>
            </a:r>
            <a:r>
              <a:rPr lang="de-AT" dirty="0" err="1"/>
              <a:t>crouchen</a:t>
            </a:r>
            <a:endParaRPr lang="de-DE" dirty="0"/>
          </a:p>
          <a:p>
            <a:endParaRPr lang="de-DE" dirty="0"/>
          </a:p>
          <a:p>
            <a:endParaRPr lang="de-DE" dirty="0"/>
          </a:p>
        </p:txBody>
      </p:sp>
      <p:pic>
        <p:nvPicPr>
          <p:cNvPr id="4" name="20260623-0807-04.8769620">
            <a:hlinkClick r:id="" action="ppaction://media"/>
            <a:extLst>
              <a:ext uri="{FF2B5EF4-FFF2-40B4-BE49-F238E27FC236}">
                <a16:creationId xmlns:a16="http://schemas.microsoft.com/office/drawing/2014/main" id="{93DEF8B1-657C-BA7C-C82E-3EEFCCD429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98825" y="4286377"/>
            <a:ext cx="5525135" cy="23772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Assets &amp; </a:t>
            </a:r>
            <a:r>
              <a:rPr dirty="0" err="1"/>
              <a:t>Animationen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Gratis-Assets</a:t>
            </a:r>
            <a:r>
              <a:rPr lang="de-DE" dirty="0"/>
              <a:t> vom Unity </a:t>
            </a:r>
            <a:r>
              <a:rPr lang="de-DE" dirty="0" err="1"/>
              <a:t>store</a:t>
            </a:r>
            <a:r>
              <a:rPr dirty="0"/>
              <a:t>, </a:t>
            </a:r>
            <a:r>
              <a:rPr dirty="0" err="1"/>
              <a:t>eigene</a:t>
            </a:r>
            <a:r>
              <a:rPr dirty="0"/>
              <a:t> Assets, KI-</a:t>
            </a:r>
            <a:r>
              <a:rPr dirty="0" err="1"/>
              <a:t>Unterstützung</a:t>
            </a:r>
            <a:r>
              <a:rPr dirty="0"/>
              <a:t>, </a:t>
            </a:r>
            <a:endParaRPr lang="de-DE" dirty="0"/>
          </a:p>
          <a:p>
            <a:r>
              <a:rPr dirty="0" err="1"/>
              <a:t>Animationen</a:t>
            </a:r>
            <a:r>
              <a:rPr dirty="0"/>
              <a:t> für Spieler</a:t>
            </a:r>
            <a:r>
              <a:t>, Gegner</a:t>
            </a:r>
            <a:r>
              <a:rPr lang="de-AT"/>
              <a:t>, </a:t>
            </a:r>
            <a:r>
              <a:rPr lang="de-AT" dirty="0" err="1"/>
              <a:t>Miniboss</a:t>
            </a:r>
            <a:r>
              <a:rPr dirty="0"/>
              <a:t> und NPCs.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00EA17F-5F40-96F0-62E4-1EC3B1864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3800008"/>
            <a:ext cx="2295144" cy="229514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EE84949-1920-C3BD-AD1D-5ADBF3306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762848"/>
            <a:ext cx="2606040" cy="260604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F6CF80B-46FD-9D2D-C314-142533123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375" y="4381500"/>
            <a:ext cx="3759201" cy="28194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431" y="808055"/>
            <a:ext cx="2984404" cy="1453363"/>
          </a:xfrm>
        </p:spPr>
        <p:txBody>
          <a:bodyPr>
            <a:normAutofit/>
          </a:bodyPr>
          <a:lstStyle/>
          <a:p>
            <a:r>
              <a:rPr lang="de-DE" dirty="0" err="1"/>
              <a:t>Constribution</a:t>
            </a:r>
            <a:r>
              <a:rPr lang="de-DE" dirty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633" y="2261421"/>
            <a:ext cx="3002202" cy="2850076"/>
          </a:xfrm>
        </p:spPr>
        <p:txBody>
          <a:bodyPr>
            <a:normAutofit/>
          </a:bodyPr>
          <a:lstStyle/>
          <a:p>
            <a:r>
              <a:rPr lang="de-DE" dirty="0"/>
              <a:t>Oskar: 40 commits </a:t>
            </a:r>
          </a:p>
          <a:p>
            <a:r>
              <a:rPr lang="de-DE" dirty="0"/>
              <a:t>Erik: 39 </a:t>
            </a:r>
            <a:r>
              <a:rPr lang="de-DE" dirty="0" err="1"/>
              <a:t>commits</a:t>
            </a:r>
            <a:endParaRPr lang="de-DE" dirty="0"/>
          </a:p>
          <a:p>
            <a:r>
              <a:rPr lang="de-DE" dirty="0"/>
              <a:t>146 </a:t>
            </a:r>
            <a:r>
              <a:rPr lang="de-DE" dirty="0" err="1"/>
              <a:t>Commits</a:t>
            </a:r>
            <a:r>
              <a:rPr lang="de-DE" dirty="0"/>
              <a:t> mit Merges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77DAF1-3596-8B44-9FCD-6757BC1C4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341" y="958335"/>
            <a:ext cx="4488571" cy="39977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Stolpersteine </a:t>
            </a:r>
            <a:endParaRPr lang="de-D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2069"/>
            <a:ext cx="7772400" cy="1606972"/>
          </a:xfrm>
        </p:spPr>
        <p:txBody>
          <a:bodyPr/>
          <a:lstStyle/>
          <a:p>
            <a:r>
              <a:rPr lang="de-DE" dirty="0"/>
              <a:t>Animationen</a:t>
            </a:r>
            <a:r>
              <a:rPr lang="de-DE" b="1" dirty="0"/>
              <a:t> </a:t>
            </a:r>
            <a:r>
              <a:rPr lang="de-AT" dirty="0"/>
              <a:t>funktionierten manchmal nicht</a:t>
            </a:r>
          </a:p>
          <a:p>
            <a:r>
              <a:rPr lang="de-DE" dirty="0"/>
              <a:t>NPC-Dialog wurde überall aufgerufen</a:t>
            </a:r>
          </a:p>
          <a:p>
            <a:r>
              <a:rPr lang="de-DE" dirty="0"/>
              <a:t>Wegen einer Korrupten File wurden 2 Tage Arbeit verloren</a:t>
            </a:r>
          </a:p>
          <a:p>
            <a:endParaRPr dirty="0"/>
          </a:p>
        </p:txBody>
      </p:sp>
      <p:pic>
        <p:nvPicPr>
          <p:cNvPr id="4" name="Bildschirmaufnahme 2026-05-17 110905">
            <a:hlinkClick r:id="" action="ppaction://media"/>
            <a:extLst>
              <a:ext uri="{FF2B5EF4-FFF2-40B4-BE49-F238E27FC236}">
                <a16:creationId xmlns:a16="http://schemas.microsoft.com/office/drawing/2014/main" id="{2F852A24-92F1-B208-D762-E3EB9F5013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74513" y="738505"/>
            <a:ext cx="3627438" cy="1584325"/>
          </a:xfrm>
          <a:prstGeom prst="rect">
            <a:avLst/>
          </a:prstGeom>
        </p:spPr>
      </p:pic>
      <p:pic>
        <p:nvPicPr>
          <p:cNvPr id="5" name="Bildschirmaufnahme 2026-05-21 183130">
            <a:hlinkClick r:id="" action="ppaction://media"/>
            <a:extLst>
              <a:ext uri="{FF2B5EF4-FFF2-40B4-BE49-F238E27FC236}">
                <a16:creationId xmlns:a16="http://schemas.microsoft.com/office/drawing/2014/main" id="{82A74989-E96F-FE17-05F5-D0740BFF0ABB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12057" y="4280956"/>
            <a:ext cx="4667202" cy="19674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0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80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853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6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9CE836-BC3B-91F0-69BF-D67D57E7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Extra zeit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B51AED-0062-C7C3-49D6-FB1561991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zweiter Shop</a:t>
            </a:r>
          </a:p>
          <a:p>
            <a:r>
              <a:rPr lang="de-AT" dirty="0"/>
              <a:t>2-3 Weitere Bosse</a:t>
            </a:r>
            <a:endParaRPr lang="de-DE" dirty="0"/>
          </a:p>
          <a:p>
            <a:r>
              <a:rPr lang="de-AT" dirty="0"/>
              <a:t>2 weiter Areas</a:t>
            </a:r>
            <a:endParaRPr lang="de-DE" dirty="0"/>
          </a:p>
          <a:p>
            <a:pPr lvl="1"/>
            <a:r>
              <a:rPr lang="de-AT" dirty="0"/>
              <a:t>Void/Limbo</a:t>
            </a:r>
            <a:endParaRPr lang="de-DE" dirty="0"/>
          </a:p>
          <a:p>
            <a:pPr lvl="1"/>
            <a:r>
              <a:rPr lang="de-AT" dirty="0"/>
              <a:t>Vulkan</a:t>
            </a:r>
            <a:endParaRPr lang="de-DE" dirty="0"/>
          </a:p>
          <a:p>
            <a:r>
              <a:rPr lang="de-AT" dirty="0"/>
              <a:t>Mehrere Enden</a:t>
            </a:r>
            <a:endParaRPr lang="de-DE" dirty="0"/>
          </a:p>
          <a:p>
            <a:pPr lvl="1"/>
            <a:r>
              <a:rPr lang="de-AT" dirty="0"/>
              <a:t>König besiegen?</a:t>
            </a:r>
            <a:endParaRPr lang="de-DE" dirty="0"/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166D302-51EF-37FA-7623-E0A00BC60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96309" y="2417400"/>
            <a:ext cx="2743245" cy="273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6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7200" dirty="0"/>
              <a:t>Live Demo</a:t>
            </a:r>
            <a:endParaRPr sz="7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739CB-92D1-476D-7172-DA9BE5C81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61B1-C7FE-32E6-F512-E44A93FD7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2510102"/>
            <a:ext cx="7772400" cy="1456267"/>
          </a:xfrm>
        </p:spPr>
        <p:txBody>
          <a:bodyPr>
            <a:normAutofit/>
          </a:bodyPr>
          <a:lstStyle/>
          <a:p>
            <a:r>
              <a:rPr lang="de-DE" sz="4000" dirty="0"/>
              <a:t>Danke fürs zuhören</a:t>
            </a:r>
            <a:endParaRPr sz="4000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8C8806F1-55E8-6541-C1BA-226DB8F863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141538"/>
            <a:ext cx="3649662" cy="364966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2100064-DA8F-33E9-1EDE-B9AADDB2C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830824" y="2141538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217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immel">
  <a:themeElements>
    <a:clrScheme name="Himme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Himme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mme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Himmel</Template>
  <TotalTime>0</TotalTime>
  <Words>182</Words>
  <Application>Microsoft Office PowerPoint</Application>
  <PresentationFormat>Bildschirmpräsentation (4:3)</PresentationFormat>
  <Paragraphs>56</Paragraphs>
  <Slides>12</Slides>
  <Notes>0</Notes>
  <HiddenSlides>0</HiddenSlides>
  <MMClips>3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Himmel</vt:lpstr>
      <vt:lpstr>Crystal Knight</vt:lpstr>
      <vt:lpstr>Grundidee</vt:lpstr>
      <vt:lpstr>Spielwelt</vt:lpstr>
      <vt:lpstr>Must Haves</vt:lpstr>
      <vt:lpstr>Nice Haves</vt:lpstr>
      <vt:lpstr>Movement</vt:lpstr>
      <vt:lpstr>Assets &amp; Animationen</vt:lpstr>
      <vt:lpstr>Constribution </vt:lpstr>
      <vt:lpstr>Stolpersteine </vt:lpstr>
      <vt:lpstr>Extra zeit</vt:lpstr>
      <vt:lpstr>PowerPoint-Präsentation</vt:lpstr>
      <vt:lpstr>Danke fürs zuhören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STANIC Erik</cp:lastModifiedBy>
  <cp:revision>11</cp:revision>
  <dcterms:created xsi:type="dcterms:W3CDTF">2013-01-27T09:14:16Z</dcterms:created>
  <dcterms:modified xsi:type="dcterms:W3CDTF">2026-06-23T08:25:05Z</dcterms:modified>
  <cp:category/>
</cp:coreProperties>
</file>